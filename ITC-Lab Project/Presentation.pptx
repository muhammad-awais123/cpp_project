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nton" pitchFamily="2" charset="0"/>
      <p:regular r:id="rId12"/>
    </p:embeddedFont>
    <p:embeddedFont>
      <p:font typeface="Anton Italics" panose="020B0604020202020204" charset="0"/>
      <p:regular r:id="rId13"/>
    </p:embeddedFont>
    <p:embeddedFont>
      <p:font typeface="Open Sauce" panose="020B0604020202020204" charset="0"/>
      <p:regular r:id="rId14"/>
    </p:embeddedFont>
    <p:embeddedFont>
      <p:font typeface="Open Sauce Bold" panose="020B0604020202020204" charset="0"/>
      <p:regular r:id="rId15"/>
    </p:embeddedFont>
    <p:embeddedFont>
      <p:font typeface="Open Sauce Light" panose="020B0604020202020204" charset="0"/>
      <p:regular r:id="rId16"/>
    </p:embeddedFont>
    <p:embeddedFont>
      <p:font typeface="Times New Roman MT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6793741" y="3623929"/>
            <a:ext cx="11494259" cy="2591938"/>
            <a:chOff x="0" y="0"/>
            <a:chExt cx="3027295" cy="6826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027294" cy="682650"/>
            </a:xfrm>
            <a:custGeom>
              <a:avLst/>
              <a:gdLst/>
              <a:ahLst/>
              <a:cxnLst/>
              <a:rect l="l" t="t" r="r" b="b"/>
              <a:pathLst>
                <a:path w="3027294" h="682650">
                  <a:moveTo>
                    <a:pt x="0" y="0"/>
                  </a:moveTo>
                  <a:lnTo>
                    <a:pt x="3027294" y="0"/>
                  </a:lnTo>
                  <a:lnTo>
                    <a:pt x="3027294" y="682650"/>
                  </a:lnTo>
                  <a:lnTo>
                    <a:pt x="0" y="682650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027295" cy="7112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80738" y="368694"/>
            <a:ext cx="10243703" cy="2778985"/>
          </a:xfrm>
          <a:custGeom>
            <a:avLst/>
            <a:gdLst/>
            <a:ahLst/>
            <a:cxnLst/>
            <a:rect l="l" t="t" r="r" b="b"/>
            <a:pathLst>
              <a:path w="10243703" h="2778985">
                <a:moveTo>
                  <a:pt x="0" y="0"/>
                </a:moveTo>
                <a:lnTo>
                  <a:pt x="10243703" y="0"/>
                </a:lnTo>
                <a:lnTo>
                  <a:pt x="10243703" y="2778985"/>
                </a:lnTo>
                <a:lnTo>
                  <a:pt x="0" y="27789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16985" y="4356219"/>
            <a:ext cx="16841665" cy="1380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5"/>
              </a:lnSpc>
            </a:pPr>
            <a:r>
              <a:rPr lang="en-US" sz="10784" spc="-431">
                <a:solidFill>
                  <a:srgbClr val="8AB2A6"/>
                </a:solidFill>
                <a:latin typeface="Anton"/>
                <a:ea typeface="Anton"/>
                <a:cs typeface="Anton"/>
                <a:sym typeface="Anton"/>
              </a:rPr>
              <a:t>STUDENT TEACHER PORTAL SYSTEM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56812" y="7879827"/>
            <a:ext cx="6950399" cy="1703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1"/>
              </a:lnSpc>
            </a:pPr>
            <a:r>
              <a:rPr lang="en-US" sz="2842" spc="-56">
                <a:gradFill>
                  <a:gsLst>
                    <a:gs pos="15000">
                      <a:srgbClr val="1EBDA5">
                        <a:alpha val="100000"/>
                      </a:srgbClr>
                    </a:gs>
                    <a:gs pos="50000">
                      <a:srgbClr val="E26A00">
                        <a:alpha val="100000"/>
                      </a:srgbClr>
                    </a:gs>
                    <a:gs pos="85000">
                      <a:srgbClr val="FFE046">
                        <a:alpha val="100000"/>
                      </a:srgbClr>
                    </a:gs>
                  </a:gsLst>
                  <a:lin ang="18900000"/>
                </a:gradFill>
                <a:latin typeface="Open Sauce"/>
                <a:ea typeface="Open Sauce"/>
                <a:cs typeface="Open Sauce"/>
                <a:sym typeface="Open Sauce"/>
              </a:rPr>
              <a:t>Ayat Maryam L1F25BSSC0098</a:t>
            </a:r>
          </a:p>
          <a:p>
            <a:pPr algn="l">
              <a:lnSpc>
                <a:spcPts val="3411"/>
              </a:lnSpc>
            </a:pPr>
            <a:r>
              <a:rPr lang="en-US" sz="2842" spc="-56">
                <a:gradFill>
                  <a:gsLst>
                    <a:gs pos="15000">
                      <a:srgbClr val="1EBDA5">
                        <a:alpha val="100000"/>
                      </a:srgbClr>
                    </a:gs>
                    <a:gs pos="50000">
                      <a:srgbClr val="E26A00">
                        <a:alpha val="100000"/>
                      </a:srgbClr>
                    </a:gs>
                    <a:gs pos="85000">
                      <a:srgbClr val="FFE046">
                        <a:alpha val="100000"/>
                      </a:srgbClr>
                    </a:gs>
                  </a:gsLst>
                  <a:lin ang="18900000"/>
                </a:gradFill>
                <a:latin typeface="Open Sauce"/>
                <a:ea typeface="Open Sauce"/>
                <a:cs typeface="Open Sauce"/>
                <a:sym typeface="Open Sauce"/>
              </a:rPr>
              <a:t>Awais Zafar L1F25BSSC0021</a:t>
            </a:r>
          </a:p>
          <a:p>
            <a:pPr algn="l">
              <a:lnSpc>
                <a:spcPts val="3411"/>
              </a:lnSpc>
            </a:pPr>
            <a:r>
              <a:rPr lang="en-US" sz="2842" spc="-56">
                <a:gradFill>
                  <a:gsLst>
                    <a:gs pos="15000">
                      <a:srgbClr val="1EBDA5">
                        <a:alpha val="100000"/>
                      </a:srgbClr>
                    </a:gs>
                    <a:gs pos="50000">
                      <a:srgbClr val="E26A00">
                        <a:alpha val="100000"/>
                      </a:srgbClr>
                    </a:gs>
                    <a:gs pos="85000">
                      <a:srgbClr val="FFE046">
                        <a:alpha val="100000"/>
                      </a:srgbClr>
                    </a:gs>
                  </a:gsLst>
                  <a:lin ang="18900000"/>
                </a:gradFill>
                <a:latin typeface="Open Sauce"/>
                <a:ea typeface="Open Sauce"/>
                <a:cs typeface="Open Sauce"/>
                <a:sym typeface="Open Sauce"/>
              </a:rPr>
              <a:t>Abdul Rehman Chishti L1F25BSSC0004</a:t>
            </a:r>
          </a:p>
          <a:p>
            <a:pPr algn="l">
              <a:lnSpc>
                <a:spcPts val="3411"/>
              </a:lnSpc>
            </a:pPr>
            <a:r>
              <a:rPr lang="en-US" sz="2842" spc="-56">
                <a:gradFill>
                  <a:gsLst>
                    <a:gs pos="15000">
                      <a:srgbClr val="1EBDA5">
                        <a:alpha val="100000"/>
                      </a:srgbClr>
                    </a:gs>
                    <a:gs pos="50000">
                      <a:srgbClr val="E26A00">
                        <a:alpha val="100000"/>
                      </a:srgbClr>
                    </a:gs>
                    <a:gs pos="85000">
                      <a:srgbClr val="FFE046">
                        <a:alpha val="100000"/>
                      </a:srgbClr>
                    </a:gs>
                  </a:gsLst>
                  <a:lin ang="18900000"/>
                </a:gradFill>
                <a:latin typeface="Open Sauce"/>
                <a:ea typeface="Open Sauce"/>
                <a:cs typeface="Open Sauce"/>
                <a:sym typeface="Open Sauce"/>
              </a:rPr>
              <a:t>Sharjeel Ahmad L1F25BSSC0016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0738" y="7306289"/>
            <a:ext cx="3159239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00"/>
              </a:lnSpc>
            </a:pPr>
            <a:r>
              <a:rPr lang="en-US" sz="2583" b="1" spc="-5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Prepared by: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0800000">
            <a:off x="16466331" y="5143500"/>
            <a:ext cx="1821669" cy="4114800"/>
            <a:chOff x="0" y="0"/>
            <a:chExt cx="479781" cy="10837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9781" cy="1083733"/>
            </a:xfrm>
            <a:custGeom>
              <a:avLst/>
              <a:gdLst/>
              <a:ahLst/>
              <a:cxnLst/>
              <a:rect l="l" t="t" r="r" b="b"/>
              <a:pathLst>
                <a:path w="479781" h="1083733">
                  <a:moveTo>
                    <a:pt x="0" y="0"/>
                  </a:moveTo>
                  <a:lnTo>
                    <a:pt x="479781" y="0"/>
                  </a:lnTo>
                  <a:lnTo>
                    <a:pt x="479781" y="1083733"/>
                  </a:lnTo>
                  <a:lnTo>
                    <a:pt x="0" y="1083733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479781" cy="1112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72982" y="1105064"/>
            <a:ext cx="10173007" cy="3265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7"/>
              </a:lnSpc>
            </a:pPr>
            <a:r>
              <a:rPr lang="en-US" sz="13155" spc="-526">
                <a:solidFill>
                  <a:srgbClr val="8AB2A6"/>
                </a:solidFill>
                <a:latin typeface="Anton"/>
                <a:ea typeface="Anton"/>
                <a:cs typeface="Anton"/>
                <a:sym typeface="Anton"/>
              </a:rPr>
              <a:t>CONSOLE BASED PROGRAM</a:t>
            </a:r>
          </a:p>
        </p:txBody>
      </p:sp>
      <p:sp>
        <p:nvSpPr>
          <p:cNvPr id="7" name="Freeform 7"/>
          <p:cNvSpPr/>
          <p:nvPr/>
        </p:nvSpPr>
        <p:spPr>
          <a:xfrm>
            <a:off x="8977041" y="3369295"/>
            <a:ext cx="726809" cy="726809"/>
          </a:xfrm>
          <a:custGeom>
            <a:avLst/>
            <a:gdLst/>
            <a:ahLst/>
            <a:cxnLst/>
            <a:rect l="l" t="t" r="r" b="b"/>
            <a:pathLst>
              <a:path w="726809" h="726809">
                <a:moveTo>
                  <a:pt x="0" y="0"/>
                </a:moveTo>
                <a:lnTo>
                  <a:pt x="726809" y="0"/>
                </a:lnTo>
                <a:lnTo>
                  <a:pt x="726809" y="726808"/>
                </a:lnTo>
                <a:lnTo>
                  <a:pt x="0" y="7268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230166" y="2224176"/>
            <a:ext cx="7555450" cy="7034124"/>
            <a:chOff x="0" y="0"/>
            <a:chExt cx="6350000" cy="5911850"/>
          </a:xfrm>
        </p:grpSpPr>
        <p:sp>
          <p:nvSpPr>
            <p:cNvPr id="9" name="Freeform 9"/>
            <p:cNvSpPr/>
            <p:nvPr/>
          </p:nvSpPr>
          <p:spPr>
            <a:xfrm>
              <a:off x="302" y="0"/>
              <a:ext cx="6348428" cy="5911850"/>
            </a:xfrm>
            <a:custGeom>
              <a:avLst/>
              <a:gdLst/>
              <a:ahLst/>
              <a:cxnLst/>
              <a:rect l="l" t="t" r="r" b="b"/>
              <a:pathLst>
                <a:path w="6348428" h="5911850">
                  <a:moveTo>
                    <a:pt x="1146508" y="402590"/>
                  </a:moveTo>
                  <a:lnTo>
                    <a:pt x="108918" y="2192020"/>
                  </a:lnTo>
                  <a:cubicBezTo>
                    <a:pt x="-68882" y="2498090"/>
                    <a:pt x="-25702" y="2884170"/>
                    <a:pt x="214328" y="3144520"/>
                  </a:cubicBezTo>
                  <a:lnTo>
                    <a:pt x="2525728" y="5651500"/>
                  </a:lnTo>
                  <a:cubicBezTo>
                    <a:pt x="2678128" y="5817870"/>
                    <a:pt x="2894028" y="5911850"/>
                    <a:pt x="3118818" y="5911850"/>
                  </a:cubicBezTo>
                  <a:lnTo>
                    <a:pt x="5540708" y="5911850"/>
                  </a:lnTo>
                  <a:cubicBezTo>
                    <a:pt x="5986478" y="5911850"/>
                    <a:pt x="6348428" y="5549900"/>
                    <a:pt x="6348428" y="5104130"/>
                  </a:cubicBezTo>
                  <a:lnTo>
                    <a:pt x="6348428" y="1891030"/>
                  </a:lnTo>
                  <a:cubicBezTo>
                    <a:pt x="6348428" y="1724660"/>
                    <a:pt x="6297628" y="1562100"/>
                    <a:pt x="6201108" y="1426210"/>
                  </a:cubicBezTo>
                  <a:lnTo>
                    <a:pt x="5439108" y="342900"/>
                  </a:lnTo>
                  <a:cubicBezTo>
                    <a:pt x="5287978" y="128270"/>
                    <a:pt x="5041598" y="0"/>
                    <a:pt x="4778708" y="0"/>
                  </a:cubicBezTo>
                  <a:lnTo>
                    <a:pt x="1845008" y="0"/>
                  </a:lnTo>
                  <a:cubicBezTo>
                    <a:pt x="1556718" y="0"/>
                    <a:pt x="1290018" y="153670"/>
                    <a:pt x="1146508" y="402590"/>
                  </a:cubicBezTo>
                  <a:close/>
                </a:path>
              </a:pathLst>
            </a:custGeom>
            <a:blipFill>
              <a:blip r:embed="rId5"/>
              <a:stretch>
                <a:fillRect r="-39771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775799" y="5836592"/>
            <a:ext cx="6454144" cy="3917965"/>
            <a:chOff x="0" y="0"/>
            <a:chExt cx="1271763" cy="7720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1763" cy="772018"/>
            </a:xfrm>
            <a:custGeom>
              <a:avLst/>
              <a:gdLst/>
              <a:ahLst/>
              <a:cxnLst/>
              <a:rect l="l" t="t" r="r" b="b"/>
              <a:pathLst>
                <a:path w="1271763" h="772018">
                  <a:moveTo>
                    <a:pt x="1271763" y="61176"/>
                  </a:moveTo>
                  <a:lnTo>
                    <a:pt x="1271763" y="710843"/>
                  </a:lnTo>
                  <a:cubicBezTo>
                    <a:pt x="1271763" y="727067"/>
                    <a:pt x="1265318" y="742628"/>
                    <a:pt x="1253845" y="754100"/>
                  </a:cubicBezTo>
                  <a:cubicBezTo>
                    <a:pt x="1242373" y="765573"/>
                    <a:pt x="1226812" y="772018"/>
                    <a:pt x="1210588" y="772018"/>
                  </a:cubicBezTo>
                  <a:lnTo>
                    <a:pt x="61176" y="772018"/>
                  </a:lnTo>
                  <a:cubicBezTo>
                    <a:pt x="27389" y="772018"/>
                    <a:pt x="0" y="744629"/>
                    <a:pt x="0" y="710843"/>
                  </a:cubicBezTo>
                  <a:lnTo>
                    <a:pt x="0" y="61176"/>
                  </a:lnTo>
                  <a:cubicBezTo>
                    <a:pt x="0" y="27389"/>
                    <a:pt x="27389" y="0"/>
                    <a:pt x="61176" y="0"/>
                  </a:cubicBezTo>
                  <a:lnTo>
                    <a:pt x="1210588" y="0"/>
                  </a:lnTo>
                  <a:cubicBezTo>
                    <a:pt x="1244374" y="0"/>
                    <a:pt x="1271763" y="27389"/>
                    <a:pt x="1271763" y="6117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1271763" cy="772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100414" y="6109660"/>
            <a:ext cx="5804913" cy="3371831"/>
          </a:xfrm>
          <a:custGeom>
            <a:avLst/>
            <a:gdLst/>
            <a:ahLst/>
            <a:cxnLst/>
            <a:rect l="l" t="t" r="r" b="b"/>
            <a:pathLst>
              <a:path w="5804913" h="3371831">
                <a:moveTo>
                  <a:pt x="0" y="0"/>
                </a:moveTo>
                <a:lnTo>
                  <a:pt x="5804913" y="0"/>
                </a:lnTo>
                <a:lnTo>
                  <a:pt x="5804913" y="3371830"/>
                </a:lnTo>
                <a:lnTo>
                  <a:pt x="0" y="33718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4871625"/>
            <a:ext cx="7948341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LOGIC BEHIND EVERY CLICK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940179"/>
            <a:ext cx="1028700" cy="3231508"/>
            <a:chOff x="0" y="0"/>
            <a:chExt cx="270933" cy="8510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851097"/>
            </a:xfrm>
            <a:custGeom>
              <a:avLst/>
              <a:gdLst/>
              <a:ahLst/>
              <a:cxnLst/>
              <a:rect l="l" t="t" r="r" b="b"/>
              <a:pathLst>
                <a:path w="270933" h="851097">
                  <a:moveTo>
                    <a:pt x="0" y="0"/>
                  </a:moveTo>
                  <a:lnTo>
                    <a:pt x="270933" y="0"/>
                  </a:lnTo>
                  <a:lnTo>
                    <a:pt x="270933" y="851097"/>
                  </a:lnTo>
                  <a:lnTo>
                    <a:pt x="0" y="851097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70933" cy="879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042193"/>
            <a:ext cx="8215857" cy="5027480"/>
            <a:chOff x="0" y="0"/>
            <a:chExt cx="1365152" cy="835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65152" cy="835368"/>
            </a:xfrm>
            <a:custGeom>
              <a:avLst/>
              <a:gdLst/>
              <a:ahLst/>
              <a:cxnLst/>
              <a:rect l="l" t="t" r="r" b="b"/>
              <a:pathLst>
                <a:path w="1365152" h="835368">
                  <a:moveTo>
                    <a:pt x="1365152" y="48058"/>
                  </a:moveTo>
                  <a:lnTo>
                    <a:pt x="1365152" y="787310"/>
                  </a:lnTo>
                  <a:cubicBezTo>
                    <a:pt x="1365152" y="800056"/>
                    <a:pt x="1360089" y="812280"/>
                    <a:pt x="1351076" y="821292"/>
                  </a:cubicBezTo>
                  <a:cubicBezTo>
                    <a:pt x="1342063" y="830305"/>
                    <a:pt x="1329840" y="835368"/>
                    <a:pt x="1317094" y="835368"/>
                  </a:cubicBezTo>
                  <a:lnTo>
                    <a:pt x="48058" y="835368"/>
                  </a:lnTo>
                  <a:cubicBezTo>
                    <a:pt x="21516" y="835368"/>
                    <a:pt x="0" y="813852"/>
                    <a:pt x="0" y="787310"/>
                  </a:cubicBezTo>
                  <a:lnTo>
                    <a:pt x="0" y="48058"/>
                  </a:lnTo>
                  <a:cubicBezTo>
                    <a:pt x="0" y="21516"/>
                    <a:pt x="21516" y="0"/>
                    <a:pt x="48058" y="0"/>
                  </a:cubicBezTo>
                  <a:lnTo>
                    <a:pt x="1317094" y="0"/>
                  </a:lnTo>
                  <a:cubicBezTo>
                    <a:pt x="1343636" y="0"/>
                    <a:pt x="1365152" y="21516"/>
                    <a:pt x="1365152" y="48058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365152" cy="8353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648093" y="1462114"/>
            <a:ext cx="6977071" cy="4187638"/>
            <a:chOff x="0" y="0"/>
            <a:chExt cx="6350000" cy="38112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3811270"/>
            </a:xfrm>
            <a:custGeom>
              <a:avLst/>
              <a:gdLst/>
              <a:ahLst/>
              <a:cxnLst/>
              <a:rect l="l" t="t" r="r" b="b"/>
              <a:pathLst>
                <a:path w="6350000" h="381127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3"/>
              <a:stretch>
                <a:fillRect t="-5502" b="-5502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0342197" y="4755236"/>
            <a:ext cx="6061292" cy="5200625"/>
          </a:xfrm>
          <a:custGeom>
            <a:avLst/>
            <a:gdLst/>
            <a:ahLst/>
            <a:cxnLst/>
            <a:rect l="l" t="t" r="r" b="b"/>
            <a:pathLst>
              <a:path w="6061292" h="5200625">
                <a:moveTo>
                  <a:pt x="0" y="0"/>
                </a:moveTo>
                <a:lnTo>
                  <a:pt x="6061292" y="0"/>
                </a:lnTo>
                <a:lnTo>
                  <a:pt x="6061292" y="5200625"/>
                </a:lnTo>
                <a:lnTo>
                  <a:pt x="0" y="52006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9863682" y="2091002"/>
            <a:ext cx="7945803" cy="146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80"/>
              </a:lnSpc>
            </a:pPr>
            <a:r>
              <a:rPr lang="en-US" sz="11453" spc="-458">
                <a:solidFill>
                  <a:srgbClr val="8AB2A6"/>
                </a:solidFill>
                <a:latin typeface="Anton"/>
                <a:ea typeface="Anton"/>
                <a:cs typeface="Anton"/>
                <a:sym typeface="Anton"/>
              </a:rPr>
              <a:t>STUDENT LOGIN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14350" y="6377772"/>
            <a:ext cx="5001297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DIVIDING ROLES TO BUILD EFFICIENTLY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53016" y="7937914"/>
            <a:ext cx="4967225" cy="1428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7"/>
              </a:lnSpc>
            </a:pPr>
            <a:r>
              <a:rPr lang="en-US" sz="238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Student can:</a:t>
            </a:r>
          </a:p>
          <a:p>
            <a:pPr marL="515992" lvl="1" indent="-257996" algn="l">
              <a:lnSpc>
                <a:spcPts val="2867"/>
              </a:lnSpc>
              <a:buFont typeface="Arial"/>
              <a:buChar char="•"/>
            </a:pPr>
            <a:r>
              <a:rPr lang="en-US" sz="238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View Attendence</a:t>
            </a:r>
          </a:p>
          <a:p>
            <a:pPr marL="515992" lvl="1" indent="-257996" algn="l">
              <a:lnSpc>
                <a:spcPts val="2867"/>
              </a:lnSpc>
              <a:buFont typeface="Arial"/>
              <a:buChar char="•"/>
            </a:pPr>
            <a:r>
              <a:rPr lang="en-US" sz="238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View Marks </a:t>
            </a:r>
          </a:p>
          <a:p>
            <a:pPr marL="515992" lvl="1" indent="-257996" algn="l">
              <a:lnSpc>
                <a:spcPts val="2867"/>
              </a:lnSpc>
              <a:buFont typeface="Arial"/>
              <a:buChar char="•"/>
            </a:pPr>
            <a:r>
              <a:rPr lang="en-US" sz="2389" spc="-4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View 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5400000">
            <a:off x="698763" y="8276661"/>
            <a:ext cx="1238250" cy="3490793"/>
            <a:chOff x="0" y="0"/>
            <a:chExt cx="326123" cy="91938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6123" cy="919386"/>
            </a:xfrm>
            <a:custGeom>
              <a:avLst/>
              <a:gdLst/>
              <a:ahLst/>
              <a:cxnLst/>
              <a:rect l="l" t="t" r="r" b="b"/>
              <a:pathLst>
                <a:path w="326123" h="919386">
                  <a:moveTo>
                    <a:pt x="0" y="0"/>
                  </a:moveTo>
                  <a:lnTo>
                    <a:pt x="326123" y="0"/>
                  </a:lnTo>
                  <a:lnTo>
                    <a:pt x="326123" y="919386"/>
                  </a:lnTo>
                  <a:lnTo>
                    <a:pt x="0" y="919386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26123" cy="947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201650" y="6986191"/>
            <a:ext cx="8115300" cy="3654992"/>
            <a:chOff x="0" y="0"/>
            <a:chExt cx="8459470" cy="381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459470" cy="3808730"/>
            </a:xfrm>
            <a:custGeom>
              <a:avLst/>
              <a:gdLst/>
              <a:ahLst/>
              <a:cxnLst/>
              <a:rect l="l" t="t" r="r" b="b"/>
              <a:pathLst>
                <a:path w="8459470" h="380873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3"/>
              <a:stretch>
                <a:fillRect t="-473" b="-47783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-620488" y="-344309"/>
            <a:ext cx="6855715" cy="4114800"/>
            <a:chOff x="0" y="0"/>
            <a:chExt cx="6350000" cy="38112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3811270"/>
            </a:xfrm>
            <a:custGeom>
              <a:avLst/>
              <a:gdLst/>
              <a:ahLst/>
              <a:cxnLst/>
              <a:rect l="l" t="t" r="r" b="b"/>
              <a:pathLst>
                <a:path w="6350000" h="381127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4"/>
              <a:stretch>
                <a:fillRect t="-840" b="-10372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6901473" y="1787240"/>
            <a:ext cx="9253886" cy="13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88"/>
              </a:lnSpc>
            </a:pPr>
            <a:r>
              <a:rPr lang="en-US" sz="10724" spc="-428">
                <a:solidFill>
                  <a:srgbClr val="8AB2A6"/>
                </a:solidFill>
                <a:latin typeface="Anton"/>
                <a:ea typeface="Anton"/>
                <a:cs typeface="Anton"/>
                <a:sym typeface="Anton"/>
              </a:rPr>
              <a:t>STUDENT ACCESS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-989190" y="-521319"/>
            <a:ext cx="7242181" cy="4331211"/>
            <a:chOff x="0" y="0"/>
            <a:chExt cx="1203365" cy="7196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03365" cy="719676"/>
            </a:xfrm>
            <a:custGeom>
              <a:avLst/>
              <a:gdLst/>
              <a:ahLst/>
              <a:cxnLst/>
              <a:rect l="l" t="t" r="r" b="b"/>
              <a:pathLst>
                <a:path w="1203365" h="719676">
                  <a:moveTo>
                    <a:pt x="1203365" y="54519"/>
                  </a:moveTo>
                  <a:lnTo>
                    <a:pt x="1203365" y="665157"/>
                  </a:lnTo>
                  <a:cubicBezTo>
                    <a:pt x="1203365" y="695267"/>
                    <a:pt x="1178956" y="719676"/>
                    <a:pt x="1148846" y="719676"/>
                  </a:cubicBezTo>
                  <a:lnTo>
                    <a:pt x="54519" y="719676"/>
                  </a:lnTo>
                  <a:cubicBezTo>
                    <a:pt x="24409" y="719676"/>
                    <a:pt x="0" y="695267"/>
                    <a:pt x="0" y="665157"/>
                  </a:cubicBezTo>
                  <a:lnTo>
                    <a:pt x="0" y="54519"/>
                  </a:lnTo>
                  <a:cubicBezTo>
                    <a:pt x="0" y="24409"/>
                    <a:pt x="24409" y="0"/>
                    <a:pt x="54519" y="0"/>
                  </a:cubicBezTo>
                  <a:lnTo>
                    <a:pt x="1148846" y="0"/>
                  </a:lnTo>
                  <a:cubicBezTo>
                    <a:pt x="1178956" y="0"/>
                    <a:pt x="1203365" y="24409"/>
                    <a:pt x="1203365" y="54519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203365" cy="7196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 rot="5400000">
            <a:off x="13573701" y="-2485624"/>
            <a:ext cx="1028700" cy="8012329"/>
            <a:chOff x="0" y="0"/>
            <a:chExt cx="270933" cy="211024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0933" cy="2110243"/>
            </a:xfrm>
            <a:custGeom>
              <a:avLst/>
              <a:gdLst/>
              <a:ahLst/>
              <a:cxnLst/>
              <a:rect l="l" t="t" r="r" b="b"/>
              <a:pathLst>
                <a:path w="270933" h="2110243">
                  <a:moveTo>
                    <a:pt x="0" y="0"/>
                  </a:moveTo>
                  <a:lnTo>
                    <a:pt x="270933" y="0"/>
                  </a:lnTo>
                  <a:lnTo>
                    <a:pt x="270933" y="2110243"/>
                  </a:lnTo>
                  <a:lnTo>
                    <a:pt x="0" y="2110243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70933" cy="21388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2191906" y="6164760"/>
            <a:ext cx="5689395" cy="3093540"/>
          </a:xfrm>
          <a:custGeom>
            <a:avLst/>
            <a:gdLst/>
            <a:ahLst/>
            <a:cxnLst/>
            <a:rect l="l" t="t" r="r" b="b"/>
            <a:pathLst>
              <a:path w="5689395" h="3093540">
                <a:moveTo>
                  <a:pt x="0" y="0"/>
                </a:moveTo>
                <a:lnTo>
                  <a:pt x="5689395" y="0"/>
                </a:lnTo>
                <a:lnTo>
                  <a:pt x="5689395" y="3093540"/>
                </a:lnTo>
                <a:lnTo>
                  <a:pt x="0" y="30935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7148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898913" y="5707505"/>
            <a:ext cx="4108999" cy="3550795"/>
          </a:xfrm>
          <a:custGeom>
            <a:avLst/>
            <a:gdLst/>
            <a:ahLst/>
            <a:cxnLst/>
            <a:rect l="l" t="t" r="r" b="b"/>
            <a:pathLst>
              <a:path w="4108999" h="3550795">
                <a:moveTo>
                  <a:pt x="0" y="0"/>
                </a:moveTo>
                <a:lnTo>
                  <a:pt x="4108999" y="0"/>
                </a:lnTo>
                <a:lnTo>
                  <a:pt x="4108999" y="3550795"/>
                </a:lnTo>
                <a:lnTo>
                  <a:pt x="0" y="35507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76162" y="6335706"/>
            <a:ext cx="4974245" cy="2294393"/>
          </a:xfrm>
          <a:custGeom>
            <a:avLst/>
            <a:gdLst/>
            <a:ahLst/>
            <a:cxnLst/>
            <a:rect l="l" t="t" r="r" b="b"/>
            <a:pathLst>
              <a:path w="4974245" h="2294393">
                <a:moveTo>
                  <a:pt x="0" y="0"/>
                </a:moveTo>
                <a:lnTo>
                  <a:pt x="4974245" y="0"/>
                </a:lnTo>
                <a:lnTo>
                  <a:pt x="4974245" y="2294393"/>
                </a:lnTo>
                <a:lnTo>
                  <a:pt x="0" y="22943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929291" y="5517801"/>
            <a:ext cx="423632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36"/>
              </a:lnSpc>
            </a:pPr>
            <a:r>
              <a:rPr lang="en-US" sz="2113" b="1" spc="-4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Attendence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080118" y="4815771"/>
            <a:ext cx="651382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250" b="1" spc="-6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Marks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088051" y="5143500"/>
            <a:ext cx="700207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3494" b="1" spc="-6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707979" y="4833013"/>
            <a:ext cx="4631756" cy="4425287"/>
            <a:chOff x="0" y="0"/>
            <a:chExt cx="769616" cy="7353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69616" cy="735307"/>
            </a:xfrm>
            <a:custGeom>
              <a:avLst/>
              <a:gdLst/>
              <a:ahLst/>
              <a:cxnLst/>
              <a:rect l="l" t="t" r="r" b="b"/>
              <a:pathLst>
                <a:path w="769616" h="735307">
                  <a:moveTo>
                    <a:pt x="769616" y="85246"/>
                  </a:moveTo>
                  <a:lnTo>
                    <a:pt x="769616" y="650062"/>
                  </a:lnTo>
                  <a:cubicBezTo>
                    <a:pt x="769616" y="697142"/>
                    <a:pt x="731450" y="735307"/>
                    <a:pt x="684370" y="735307"/>
                  </a:cubicBezTo>
                  <a:lnTo>
                    <a:pt x="85246" y="735307"/>
                  </a:lnTo>
                  <a:cubicBezTo>
                    <a:pt x="38166" y="735307"/>
                    <a:pt x="0" y="697142"/>
                    <a:pt x="0" y="650062"/>
                  </a:cubicBezTo>
                  <a:lnTo>
                    <a:pt x="0" y="85246"/>
                  </a:lnTo>
                  <a:cubicBezTo>
                    <a:pt x="0" y="38166"/>
                    <a:pt x="38166" y="0"/>
                    <a:pt x="85246" y="0"/>
                  </a:cubicBezTo>
                  <a:lnTo>
                    <a:pt x="684370" y="0"/>
                  </a:lnTo>
                  <a:cubicBezTo>
                    <a:pt x="731450" y="0"/>
                    <a:pt x="769616" y="38166"/>
                    <a:pt x="769616" y="8524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769616" cy="7353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6994790"/>
            <a:ext cx="3298345" cy="2263510"/>
            <a:chOff x="0" y="0"/>
            <a:chExt cx="868700" cy="5961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68700" cy="596151"/>
            </a:xfrm>
            <a:custGeom>
              <a:avLst/>
              <a:gdLst/>
              <a:ahLst/>
              <a:cxnLst/>
              <a:rect l="l" t="t" r="r" b="b"/>
              <a:pathLst>
                <a:path w="868700" h="596151">
                  <a:moveTo>
                    <a:pt x="0" y="0"/>
                  </a:moveTo>
                  <a:lnTo>
                    <a:pt x="868700" y="0"/>
                  </a:lnTo>
                  <a:lnTo>
                    <a:pt x="868700" y="596151"/>
                  </a:lnTo>
                  <a:lnTo>
                    <a:pt x="0" y="596151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868700" cy="624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2643811"/>
            <a:ext cx="7311035" cy="6609176"/>
            <a:chOff x="0" y="0"/>
            <a:chExt cx="6350000" cy="5740400"/>
          </a:xfrm>
        </p:grpSpPr>
        <p:sp>
          <p:nvSpPr>
            <p:cNvPr id="10" name="Freeform 10"/>
            <p:cNvSpPr/>
            <p:nvPr/>
          </p:nvSpPr>
          <p:spPr>
            <a:xfrm flipH="1"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6351270" y="542290"/>
                  </a:moveTo>
                  <a:lnTo>
                    <a:pt x="6351270" y="2392680"/>
                  </a:lnTo>
                  <a:cubicBezTo>
                    <a:pt x="6351270" y="2691130"/>
                    <a:pt x="6108700" y="2933700"/>
                    <a:pt x="5808980" y="2933700"/>
                  </a:cubicBezTo>
                  <a:lnTo>
                    <a:pt x="5203190" y="2933700"/>
                  </a:lnTo>
                  <a:cubicBezTo>
                    <a:pt x="4903470" y="2933700"/>
                    <a:pt x="4660900" y="3176270"/>
                    <a:pt x="4660900" y="3475990"/>
                  </a:cubicBezTo>
                  <a:lnTo>
                    <a:pt x="4660900" y="5199380"/>
                  </a:lnTo>
                  <a:cubicBezTo>
                    <a:pt x="4660900" y="5499100"/>
                    <a:pt x="4418330" y="5741670"/>
                    <a:pt x="4118610" y="5741670"/>
                  </a:cubicBezTo>
                  <a:lnTo>
                    <a:pt x="2752090" y="5741670"/>
                  </a:lnTo>
                  <a:cubicBezTo>
                    <a:pt x="2616200" y="5741670"/>
                    <a:pt x="2484120" y="5689600"/>
                    <a:pt x="2383790" y="5598160"/>
                  </a:cubicBezTo>
                  <a:lnTo>
                    <a:pt x="173990" y="3553460"/>
                  </a:lnTo>
                  <a:cubicBezTo>
                    <a:pt x="63500" y="3450590"/>
                    <a:pt x="0" y="3307080"/>
                    <a:pt x="0" y="3155950"/>
                  </a:cubicBezTo>
                  <a:lnTo>
                    <a:pt x="0" y="542290"/>
                  </a:lnTo>
                  <a:cubicBezTo>
                    <a:pt x="1270" y="242570"/>
                    <a:pt x="243840" y="0"/>
                    <a:pt x="543560" y="0"/>
                  </a:cubicBezTo>
                  <a:lnTo>
                    <a:pt x="5808980" y="0"/>
                  </a:lnTo>
                  <a:cubicBezTo>
                    <a:pt x="6108700" y="0"/>
                    <a:pt x="6351270" y="242570"/>
                    <a:pt x="6351270" y="542290"/>
                  </a:cubicBezTo>
                  <a:close/>
                </a:path>
              </a:pathLst>
            </a:custGeom>
            <a:blipFill>
              <a:blip r:embed="rId3"/>
              <a:stretch>
                <a:fillRect l="-17843" r="-17843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7173434" y="8100248"/>
            <a:ext cx="726809" cy="726809"/>
          </a:xfrm>
          <a:custGeom>
            <a:avLst/>
            <a:gdLst/>
            <a:ahLst/>
            <a:cxnLst/>
            <a:rect l="l" t="t" r="r" b="b"/>
            <a:pathLst>
              <a:path w="726809" h="726809">
                <a:moveTo>
                  <a:pt x="0" y="0"/>
                </a:moveTo>
                <a:lnTo>
                  <a:pt x="726808" y="0"/>
                </a:lnTo>
                <a:lnTo>
                  <a:pt x="726808" y="726809"/>
                </a:lnTo>
                <a:lnTo>
                  <a:pt x="0" y="726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825672" y="611570"/>
            <a:ext cx="5015510" cy="5745738"/>
          </a:xfrm>
          <a:custGeom>
            <a:avLst/>
            <a:gdLst/>
            <a:ahLst/>
            <a:cxnLst/>
            <a:rect l="l" t="t" r="r" b="b"/>
            <a:pathLst>
              <a:path w="5015510" h="5745738">
                <a:moveTo>
                  <a:pt x="0" y="0"/>
                </a:moveTo>
                <a:lnTo>
                  <a:pt x="5015510" y="0"/>
                </a:lnTo>
                <a:lnTo>
                  <a:pt x="5015510" y="5745738"/>
                </a:lnTo>
                <a:lnTo>
                  <a:pt x="0" y="57457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67935" y="1219200"/>
            <a:ext cx="5547217" cy="988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57"/>
              </a:lnSpc>
            </a:pPr>
            <a:r>
              <a:rPr lang="en-US" sz="7744" spc="-309">
                <a:solidFill>
                  <a:srgbClr val="8AB2A6"/>
                </a:solidFill>
                <a:latin typeface="Anton"/>
                <a:ea typeface="Anton"/>
                <a:cs typeface="Anton"/>
                <a:sym typeface="Anton"/>
              </a:rPr>
              <a:t>TEACHER LOGIN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06260" y="6976355"/>
            <a:ext cx="6254334" cy="224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3009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Teacher can:</a:t>
            </a:r>
          </a:p>
          <a:p>
            <a:pPr marL="649696" lvl="1" indent="-324848" algn="l">
              <a:lnSpc>
                <a:spcPts val="3611"/>
              </a:lnSpc>
              <a:buFont typeface="Arial"/>
              <a:buChar char="•"/>
            </a:pPr>
            <a:r>
              <a:rPr lang="en-US" sz="3009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UpdateAttendence</a:t>
            </a:r>
          </a:p>
          <a:p>
            <a:pPr marL="649696" lvl="1" indent="-324848" algn="l">
              <a:lnSpc>
                <a:spcPts val="3611"/>
              </a:lnSpc>
              <a:buFont typeface="Arial"/>
              <a:buChar char="•"/>
            </a:pPr>
            <a:r>
              <a:rPr lang="en-US" sz="3009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Update Marks </a:t>
            </a:r>
          </a:p>
          <a:p>
            <a:pPr marL="649696" lvl="1" indent="-324848" algn="l">
              <a:lnSpc>
                <a:spcPts val="3611"/>
              </a:lnSpc>
              <a:buFont typeface="Arial"/>
              <a:buChar char="•"/>
            </a:pPr>
            <a:r>
              <a:rPr lang="en-US" sz="3009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View All Students</a:t>
            </a:r>
          </a:p>
          <a:p>
            <a:pPr marL="649696" lvl="1" indent="-324848" algn="l">
              <a:lnSpc>
                <a:spcPts val="3611"/>
              </a:lnSpc>
              <a:buFont typeface="Arial"/>
              <a:buChar char="•"/>
            </a:pPr>
            <a:r>
              <a:rPr lang="en-US" sz="3009" spc="-6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Add New Student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8916798">
            <a:off x="15223778" y="-1341399"/>
            <a:ext cx="2188457" cy="10579183"/>
            <a:chOff x="0" y="0"/>
            <a:chExt cx="576384" cy="27862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384" cy="2786287"/>
            </a:xfrm>
            <a:custGeom>
              <a:avLst/>
              <a:gdLst/>
              <a:ahLst/>
              <a:cxnLst/>
              <a:rect l="l" t="t" r="r" b="b"/>
              <a:pathLst>
                <a:path w="576384" h="2786287">
                  <a:moveTo>
                    <a:pt x="0" y="0"/>
                  </a:moveTo>
                  <a:lnTo>
                    <a:pt x="576384" y="0"/>
                  </a:lnTo>
                  <a:lnTo>
                    <a:pt x="576384" y="2786287"/>
                  </a:lnTo>
                  <a:lnTo>
                    <a:pt x="0" y="2786287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576384" cy="28148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7312" y="5916920"/>
            <a:ext cx="5083629" cy="3465359"/>
            <a:chOff x="0" y="0"/>
            <a:chExt cx="775258" cy="5284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75258" cy="528469"/>
            </a:xfrm>
            <a:custGeom>
              <a:avLst/>
              <a:gdLst/>
              <a:ahLst/>
              <a:cxnLst/>
              <a:rect l="l" t="t" r="r" b="b"/>
              <a:pathLst>
                <a:path w="775258" h="528469">
                  <a:moveTo>
                    <a:pt x="775258" y="77669"/>
                  </a:moveTo>
                  <a:lnTo>
                    <a:pt x="775258" y="450801"/>
                  </a:lnTo>
                  <a:cubicBezTo>
                    <a:pt x="775258" y="493696"/>
                    <a:pt x="740484" y="528469"/>
                    <a:pt x="697589" y="528469"/>
                  </a:cubicBezTo>
                  <a:lnTo>
                    <a:pt x="77669" y="528469"/>
                  </a:lnTo>
                  <a:cubicBezTo>
                    <a:pt x="34773" y="528469"/>
                    <a:pt x="0" y="493696"/>
                    <a:pt x="0" y="450801"/>
                  </a:cubicBezTo>
                  <a:lnTo>
                    <a:pt x="0" y="77669"/>
                  </a:lnTo>
                  <a:cubicBezTo>
                    <a:pt x="0" y="34773"/>
                    <a:pt x="34773" y="0"/>
                    <a:pt x="77669" y="0"/>
                  </a:cubicBezTo>
                  <a:lnTo>
                    <a:pt x="697589" y="0"/>
                  </a:lnTo>
                  <a:cubicBezTo>
                    <a:pt x="740484" y="0"/>
                    <a:pt x="775258" y="34773"/>
                    <a:pt x="775258" y="77669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775258" cy="5284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46999" y="5990462"/>
            <a:ext cx="4632253" cy="3391818"/>
            <a:chOff x="0" y="0"/>
            <a:chExt cx="741564" cy="5429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1564" cy="542985"/>
            </a:xfrm>
            <a:custGeom>
              <a:avLst/>
              <a:gdLst/>
              <a:ahLst/>
              <a:cxnLst/>
              <a:rect l="l" t="t" r="r" b="b"/>
              <a:pathLst>
                <a:path w="741564" h="542985">
                  <a:moveTo>
                    <a:pt x="741564" y="85237"/>
                  </a:moveTo>
                  <a:lnTo>
                    <a:pt x="741564" y="457749"/>
                  </a:lnTo>
                  <a:cubicBezTo>
                    <a:pt x="741564" y="480355"/>
                    <a:pt x="732583" y="502035"/>
                    <a:pt x="716599" y="518020"/>
                  </a:cubicBezTo>
                  <a:cubicBezTo>
                    <a:pt x="700614" y="534005"/>
                    <a:pt x="678933" y="542985"/>
                    <a:pt x="656327" y="542985"/>
                  </a:cubicBezTo>
                  <a:lnTo>
                    <a:pt x="85237" y="542985"/>
                  </a:lnTo>
                  <a:cubicBezTo>
                    <a:pt x="62631" y="542985"/>
                    <a:pt x="40950" y="534005"/>
                    <a:pt x="24965" y="518020"/>
                  </a:cubicBezTo>
                  <a:cubicBezTo>
                    <a:pt x="8980" y="502035"/>
                    <a:pt x="0" y="480355"/>
                    <a:pt x="0" y="457749"/>
                  </a:cubicBezTo>
                  <a:lnTo>
                    <a:pt x="0" y="85237"/>
                  </a:lnTo>
                  <a:cubicBezTo>
                    <a:pt x="0" y="62631"/>
                    <a:pt x="8980" y="40950"/>
                    <a:pt x="24965" y="24965"/>
                  </a:cubicBezTo>
                  <a:cubicBezTo>
                    <a:pt x="40950" y="8980"/>
                    <a:pt x="62631" y="0"/>
                    <a:pt x="85237" y="0"/>
                  </a:cubicBezTo>
                  <a:lnTo>
                    <a:pt x="656327" y="0"/>
                  </a:lnTo>
                  <a:cubicBezTo>
                    <a:pt x="678933" y="0"/>
                    <a:pt x="700614" y="8980"/>
                    <a:pt x="716599" y="24965"/>
                  </a:cubicBezTo>
                  <a:cubicBezTo>
                    <a:pt x="732583" y="40950"/>
                    <a:pt x="741564" y="62631"/>
                    <a:pt x="741564" y="8523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741564" cy="54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343404" y="-2225646"/>
            <a:ext cx="5831793" cy="8216107"/>
            <a:chOff x="0" y="0"/>
            <a:chExt cx="4507230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05960" cy="6350000"/>
            </a:xfrm>
            <a:custGeom>
              <a:avLst/>
              <a:gdLst/>
              <a:ahLst/>
              <a:cxnLst/>
              <a:rect l="l" t="t" r="r" b="b"/>
              <a:pathLst>
                <a:path w="4505960" h="6350000">
                  <a:moveTo>
                    <a:pt x="0" y="561340"/>
                  </a:moveTo>
                  <a:lnTo>
                    <a:pt x="0" y="3961130"/>
                  </a:lnTo>
                  <a:cubicBezTo>
                    <a:pt x="0" y="4272280"/>
                    <a:pt x="252730" y="4523740"/>
                    <a:pt x="562610" y="4522470"/>
                  </a:cubicBezTo>
                  <a:cubicBezTo>
                    <a:pt x="873760" y="4521200"/>
                    <a:pt x="1126490" y="4773930"/>
                    <a:pt x="1125220" y="5085080"/>
                  </a:cubicBezTo>
                  <a:lnTo>
                    <a:pt x="1123950" y="5787390"/>
                  </a:lnTo>
                  <a:cubicBezTo>
                    <a:pt x="1123950" y="6098540"/>
                    <a:pt x="1375410" y="6350000"/>
                    <a:pt x="1685290" y="6350000"/>
                  </a:cubicBezTo>
                  <a:lnTo>
                    <a:pt x="3944620" y="6350000"/>
                  </a:lnTo>
                  <a:cubicBezTo>
                    <a:pt x="4254500" y="6350000"/>
                    <a:pt x="4505960" y="6098540"/>
                    <a:pt x="4505960" y="5788660"/>
                  </a:cubicBezTo>
                  <a:lnTo>
                    <a:pt x="4505960" y="2679700"/>
                  </a:lnTo>
                  <a:cubicBezTo>
                    <a:pt x="4505960" y="2494280"/>
                    <a:pt x="4414520" y="2321560"/>
                    <a:pt x="4262120" y="2217420"/>
                  </a:cubicBezTo>
                  <a:lnTo>
                    <a:pt x="1184910" y="99060"/>
                  </a:lnTo>
                  <a:cubicBezTo>
                    <a:pt x="1090930" y="34290"/>
                    <a:pt x="980440" y="0"/>
                    <a:pt x="866140" y="0"/>
                  </a:cubicBezTo>
                  <a:lnTo>
                    <a:pt x="561340" y="0"/>
                  </a:lnTo>
                  <a:cubicBezTo>
                    <a:pt x="251460" y="0"/>
                    <a:pt x="0" y="251460"/>
                    <a:pt x="0" y="561340"/>
                  </a:cubicBezTo>
                  <a:close/>
                </a:path>
              </a:pathLst>
            </a:custGeom>
            <a:blipFill>
              <a:blip r:embed="rId3"/>
              <a:stretch>
                <a:fillRect l="-55561" r="-5556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 rot="5400000">
            <a:off x="-2181060" y="4329827"/>
            <a:ext cx="2188457" cy="6634081"/>
            <a:chOff x="0" y="0"/>
            <a:chExt cx="576384" cy="17472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76384" cy="1747248"/>
            </a:xfrm>
            <a:custGeom>
              <a:avLst/>
              <a:gdLst/>
              <a:ahLst/>
              <a:cxnLst/>
              <a:rect l="l" t="t" r="r" b="b"/>
              <a:pathLst>
                <a:path w="576384" h="1747248">
                  <a:moveTo>
                    <a:pt x="0" y="0"/>
                  </a:moveTo>
                  <a:lnTo>
                    <a:pt x="576384" y="0"/>
                  </a:lnTo>
                  <a:lnTo>
                    <a:pt x="576384" y="1747248"/>
                  </a:lnTo>
                  <a:lnTo>
                    <a:pt x="0" y="1747248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576384" cy="1775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6800018" y="6179544"/>
            <a:ext cx="4335694" cy="2908734"/>
          </a:xfrm>
          <a:custGeom>
            <a:avLst/>
            <a:gdLst/>
            <a:ahLst/>
            <a:cxnLst/>
            <a:rect l="l" t="t" r="r" b="b"/>
            <a:pathLst>
              <a:path w="4335694" h="2908734">
                <a:moveTo>
                  <a:pt x="0" y="0"/>
                </a:moveTo>
                <a:lnTo>
                  <a:pt x="4335694" y="0"/>
                </a:lnTo>
                <a:lnTo>
                  <a:pt x="4335694" y="2908735"/>
                </a:lnTo>
                <a:lnTo>
                  <a:pt x="0" y="29087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717"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12107262" y="5990462"/>
            <a:ext cx="4775794" cy="3391818"/>
            <a:chOff x="0" y="0"/>
            <a:chExt cx="764543" cy="5429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64543" cy="542985"/>
            </a:xfrm>
            <a:custGeom>
              <a:avLst/>
              <a:gdLst/>
              <a:ahLst/>
              <a:cxnLst/>
              <a:rect l="l" t="t" r="r" b="b"/>
              <a:pathLst>
                <a:path w="764543" h="542985">
                  <a:moveTo>
                    <a:pt x="764543" y="82675"/>
                  </a:moveTo>
                  <a:lnTo>
                    <a:pt x="764543" y="460311"/>
                  </a:lnTo>
                  <a:cubicBezTo>
                    <a:pt x="764543" y="482237"/>
                    <a:pt x="755832" y="503266"/>
                    <a:pt x="740328" y="518770"/>
                  </a:cubicBezTo>
                  <a:cubicBezTo>
                    <a:pt x="724823" y="534275"/>
                    <a:pt x="703795" y="542985"/>
                    <a:pt x="681868" y="542985"/>
                  </a:cubicBezTo>
                  <a:lnTo>
                    <a:pt x="82675" y="542985"/>
                  </a:lnTo>
                  <a:cubicBezTo>
                    <a:pt x="37015" y="542985"/>
                    <a:pt x="0" y="505971"/>
                    <a:pt x="0" y="460311"/>
                  </a:cubicBezTo>
                  <a:lnTo>
                    <a:pt x="0" y="82675"/>
                  </a:lnTo>
                  <a:cubicBezTo>
                    <a:pt x="0" y="37015"/>
                    <a:pt x="37015" y="0"/>
                    <a:pt x="82675" y="0"/>
                  </a:cubicBezTo>
                  <a:lnTo>
                    <a:pt x="681868" y="0"/>
                  </a:lnTo>
                  <a:cubicBezTo>
                    <a:pt x="727528" y="0"/>
                    <a:pt x="764543" y="37015"/>
                    <a:pt x="764543" y="82675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764543" cy="54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2265961" y="6328523"/>
            <a:ext cx="4458395" cy="2715695"/>
          </a:xfrm>
          <a:custGeom>
            <a:avLst/>
            <a:gdLst/>
            <a:ahLst/>
            <a:cxnLst/>
            <a:rect l="l" t="t" r="r" b="b"/>
            <a:pathLst>
              <a:path w="4458395" h="2715695">
                <a:moveTo>
                  <a:pt x="0" y="0"/>
                </a:moveTo>
                <a:lnTo>
                  <a:pt x="4458395" y="0"/>
                </a:lnTo>
                <a:lnTo>
                  <a:pt x="4458395" y="2715695"/>
                </a:lnTo>
                <a:lnTo>
                  <a:pt x="0" y="27156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6483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48279" y="6246573"/>
            <a:ext cx="4661696" cy="2774678"/>
          </a:xfrm>
          <a:custGeom>
            <a:avLst/>
            <a:gdLst/>
            <a:ahLst/>
            <a:cxnLst/>
            <a:rect l="l" t="t" r="r" b="b"/>
            <a:pathLst>
              <a:path w="4661696" h="2774678">
                <a:moveTo>
                  <a:pt x="0" y="0"/>
                </a:moveTo>
                <a:lnTo>
                  <a:pt x="4661696" y="0"/>
                </a:lnTo>
                <a:lnTo>
                  <a:pt x="4661696" y="2774677"/>
                </a:lnTo>
                <a:lnTo>
                  <a:pt x="0" y="27746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3087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1176328" y="618634"/>
            <a:ext cx="5548028" cy="3798481"/>
          </a:xfrm>
          <a:custGeom>
            <a:avLst/>
            <a:gdLst/>
            <a:ahLst/>
            <a:cxnLst/>
            <a:rect l="l" t="t" r="r" b="b"/>
            <a:pathLst>
              <a:path w="5548028" h="3798481">
                <a:moveTo>
                  <a:pt x="0" y="0"/>
                </a:moveTo>
                <a:lnTo>
                  <a:pt x="5548028" y="0"/>
                </a:lnTo>
                <a:lnTo>
                  <a:pt x="5548028" y="3798481"/>
                </a:lnTo>
                <a:lnTo>
                  <a:pt x="0" y="37984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2230209" y="847234"/>
            <a:ext cx="10398807" cy="1229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41"/>
              </a:lnSpc>
            </a:pPr>
            <a:r>
              <a:rPr lang="en-US" sz="9622" spc="-384">
                <a:solidFill>
                  <a:srgbClr val="8AB2A6"/>
                </a:solidFill>
                <a:latin typeface="Anton"/>
                <a:ea typeface="Anton"/>
                <a:cs typeface="Anton"/>
                <a:sym typeface="Anton"/>
              </a:rPr>
              <a:t>TEACHER ACCESS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0956826" y="391848"/>
            <a:ext cx="5987032" cy="4252051"/>
            <a:chOff x="0" y="0"/>
            <a:chExt cx="764543" cy="54298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64543" cy="542985"/>
            </a:xfrm>
            <a:custGeom>
              <a:avLst/>
              <a:gdLst/>
              <a:ahLst/>
              <a:cxnLst/>
              <a:rect l="l" t="t" r="r" b="b"/>
              <a:pathLst>
                <a:path w="764543" h="542985">
                  <a:moveTo>
                    <a:pt x="764543" y="65949"/>
                  </a:moveTo>
                  <a:lnTo>
                    <a:pt x="764543" y="477036"/>
                  </a:lnTo>
                  <a:cubicBezTo>
                    <a:pt x="764543" y="494527"/>
                    <a:pt x="757595" y="511302"/>
                    <a:pt x="745227" y="523669"/>
                  </a:cubicBezTo>
                  <a:cubicBezTo>
                    <a:pt x="732859" y="536037"/>
                    <a:pt x="716085" y="542985"/>
                    <a:pt x="698594" y="542985"/>
                  </a:cubicBezTo>
                  <a:lnTo>
                    <a:pt x="65949" y="542985"/>
                  </a:lnTo>
                  <a:cubicBezTo>
                    <a:pt x="48458" y="542985"/>
                    <a:pt x="31684" y="536037"/>
                    <a:pt x="19316" y="523669"/>
                  </a:cubicBezTo>
                  <a:cubicBezTo>
                    <a:pt x="6948" y="511302"/>
                    <a:pt x="0" y="494527"/>
                    <a:pt x="0" y="477036"/>
                  </a:cubicBezTo>
                  <a:lnTo>
                    <a:pt x="0" y="65949"/>
                  </a:lnTo>
                  <a:cubicBezTo>
                    <a:pt x="0" y="48458"/>
                    <a:pt x="6948" y="31684"/>
                    <a:pt x="19316" y="19316"/>
                  </a:cubicBezTo>
                  <a:cubicBezTo>
                    <a:pt x="31684" y="6948"/>
                    <a:pt x="48458" y="0"/>
                    <a:pt x="65949" y="0"/>
                  </a:cubicBezTo>
                  <a:lnTo>
                    <a:pt x="698594" y="0"/>
                  </a:lnTo>
                  <a:cubicBezTo>
                    <a:pt x="716085" y="0"/>
                    <a:pt x="732859" y="6948"/>
                    <a:pt x="745227" y="19316"/>
                  </a:cubicBezTo>
                  <a:cubicBezTo>
                    <a:pt x="757595" y="31684"/>
                    <a:pt x="764543" y="48458"/>
                    <a:pt x="764543" y="65949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764543" cy="5429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332639" y="2605167"/>
            <a:ext cx="12379196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spc="-8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Following Operations can be </a:t>
            </a:r>
          </a:p>
          <a:p>
            <a:pPr algn="l">
              <a:lnSpc>
                <a:spcPts val="4962"/>
              </a:lnSpc>
            </a:pPr>
            <a:r>
              <a:rPr lang="en-US" sz="4135" spc="-82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Performed by Teacher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81255" y="5491187"/>
            <a:ext cx="3617753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-43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Update Attendence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867037" y="5506994"/>
            <a:ext cx="326867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1977" b="1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Update Marks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455682" y="5491187"/>
            <a:ext cx="326867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3"/>
              </a:lnSpc>
            </a:pPr>
            <a:r>
              <a:rPr lang="en-US" sz="1977" b="1" spc="-39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Add New Student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629016" y="4643900"/>
            <a:ext cx="386353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sz="2337" b="1" spc="-46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View All Students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88725" y="5415467"/>
            <a:ext cx="14154016" cy="3829340"/>
            <a:chOff x="0" y="0"/>
            <a:chExt cx="2351840" cy="6362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51840" cy="636285"/>
            </a:xfrm>
            <a:custGeom>
              <a:avLst/>
              <a:gdLst/>
              <a:ahLst/>
              <a:cxnLst/>
              <a:rect l="l" t="t" r="r" b="b"/>
              <a:pathLst>
                <a:path w="2351840" h="636285">
                  <a:moveTo>
                    <a:pt x="2351840" y="27896"/>
                  </a:moveTo>
                  <a:lnTo>
                    <a:pt x="2351840" y="608389"/>
                  </a:lnTo>
                  <a:cubicBezTo>
                    <a:pt x="2351840" y="615787"/>
                    <a:pt x="2348901" y="622883"/>
                    <a:pt x="2343670" y="628114"/>
                  </a:cubicBezTo>
                  <a:cubicBezTo>
                    <a:pt x="2338438" y="633346"/>
                    <a:pt x="2331343" y="636285"/>
                    <a:pt x="2323945" y="636285"/>
                  </a:cubicBezTo>
                  <a:lnTo>
                    <a:pt x="27896" y="636285"/>
                  </a:lnTo>
                  <a:cubicBezTo>
                    <a:pt x="20497" y="636285"/>
                    <a:pt x="13402" y="633346"/>
                    <a:pt x="8170" y="628114"/>
                  </a:cubicBezTo>
                  <a:cubicBezTo>
                    <a:pt x="2939" y="622883"/>
                    <a:pt x="0" y="615787"/>
                    <a:pt x="0" y="608389"/>
                  </a:cubicBezTo>
                  <a:lnTo>
                    <a:pt x="0" y="27896"/>
                  </a:lnTo>
                  <a:cubicBezTo>
                    <a:pt x="0" y="20497"/>
                    <a:pt x="2939" y="13402"/>
                    <a:pt x="8170" y="8170"/>
                  </a:cubicBezTo>
                  <a:cubicBezTo>
                    <a:pt x="13402" y="2939"/>
                    <a:pt x="20497" y="0"/>
                    <a:pt x="27896" y="0"/>
                  </a:cubicBezTo>
                  <a:lnTo>
                    <a:pt x="2323945" y="0"/>
                  </a:lnTo>
                  <a:cubicBezTo>
                    <a:pt x="2331343" y="0"/>
                    <a:pt x="2338438" y="2939"/>
                    <a:pt x="2343670" y="8170"/>
                  </a:cubicBezTo>
                  <a:cubicBezTo>
                    <a:pt x="2348901" y="13402"/>
                    <a:pt x="2351840" y="20497"/>
                    <a:pt x="2351840" y="27896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351840" cy="6362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10800000">
            <a:off x="14515654" y="6290232"/>
            <a:ext cx="3979774" cy="2968068"/>
            <a:chOff x="0" y="0"/>
            <a:chExt cx="1048171" cy="7817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8171" cy="781713"/>
            </a:xfrm>
            <a:custGeom>
              <a:avLst/>
              <a:gdLst/>
              <a:ahLst/>
              <a:cxnLst/>
              <a:rect l="l" t="t" r="r" b="b"/>
              <a:pathLst>
                <a:path w="1048171" h="781713">
                  <a:moveTo>
                    <a:pt x="0" y="0"/>
                  </a:moveTo>
                  <a:lnTo>
                    <a:pt x="1048171" y="0"/>
                  </a:lnTo>
                  <a:lnTo>
                    <a:pt x="1048171" y="781713"/>
                  </a:lnTo>
                  <a:lnTo>
                    <a:pt x="0" y="781713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048171" cy="810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031295" y="3647600"/>
            <a:ext cx="6191601" cy="5597208"/>
            <a:chOff x="0" y="0"/>
            <a:chExt cx="6350000" cy="5740400"/>
          </a:xfrm>
        </p:grpSpPr>
        <p:sp>
          <p:nvSpPr>
            <p:cNvPr id="10" name="Freeform 10"/>
            <p:cNvSpPr/>
            <p:nvPr/>
          </p:nvSpPr>
          <p:spPr>
            <a:xfrm flipH="1"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6351270" y="542290"/>
                  </a:moveTo>
                  <a:lnTo>
                    <a:pt x="6351270" y="2392680"/>
                  </a:lnTo>
                  <a:cubicBezTo>
                    <a:pt x="6351270" y="2691130"/>
                    <a:pt x="6108700" y="2933700"/>
                    <a:pt x="5808980" y="2933700"/>
                  </a:cubicBezTo>
                  <a:lnTo>
                    <a:pt x="5203190" y="2933700"/>
                  </a:lnTo>
                  <a:cubicBezTo>
                    <a:pt x="4903470" y="2933700"/>
                    <a:pt x="4660900" y="3176270"/>
                    <a:pt x="4660900" y="3475990"/>
                  </a:cubicBezTo>
                  <a:lnTo>
                    <a:pt x="4660900" y="5199380"/>
                  </a:lnTo>
                  <a:cubicBezTo>
                    <a:pt x="4660900" y="5499100"/>
                    <a:pt x="4418330" y="5741670"/>
                    <a:pt x="4118610" y="5741670"/>
                  </a:cubicBezTo>
                  <a:lnTo>
                    <a:pt x="2752090" y="5741670"/>
                  </a:lnTo>
                  <a:cubicBezTo>
                    <a:pt x="2616200" y="5741670"/>
                    <a:pt x="2484120" y="5689600"/>
                    <a:pt x="2383790" y="5598160"/>
                  </a:cubicBezTo>
                  <a:lnTo>
                    <a:pt x="173990" y="3553460"/>
                  </a:lnTo>
                  <a:cubicBezTo>
                    <a:pt x="63500" y="3450590"/>
                    <a:pt x="0" y="3307080"/>
                    <a:pt x="0" y="3155950"/>
                  </a:cubicBezTo>
                  <a:lnTo>
                    <a:pt x="0" y="542290"/>
                  </a:lnTo>
                  <a:cubicBezTo>
                    <a:pt x="1270" y="242570"/>
                    <a:pt x="243840" y="0"/>
                    <a:pt x="543560" y="0"/>
                  </a:cubicBezTo>
                  <a:lnTo>
                    <a:pt x="5808980" y="0"/>
                  </a:lnTo>
                  <a:cubicBezTo>
                    <a:pt x="6108700" y="0"/>
                    <a:pt x="6351270" y="242570"/>
                    <a:pt x="6351270" y="542290"/>
                  </a:cubicBezTo>
                  <a:close/>
                </a:path>
              </a:pathLst>
            </a:custGeom>
            <a:blipFill>
              <a:blip r:embed="rId3"/>
              <a:stretch>
                <a:fillRect l="-17716" r="-17716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0" y="1042193"/>
            <a:ext cx="4584772" cy="3608445"/>
            <a:chOff x="0" y="0"/>
            <a:chExt cx="1207512" cy="9503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07512" cy="950372"/>
            </a:xfrm>
            <a:custGeom>
              <a:avLst/>
              <a:gdLst/>
              <a:ahLst/>
              <a:cxnLst/>
              <a:rect l="l" t="t" r="r" b="b"/>
              <a:pathLst>
                <a:path w="1207512" h="950372">
                  <a:moveTo>
                    <a:pt x="0" y="0"/>
                  </a:moveTo>
                  <a:lnTo>
                    <a:pt x="1207512" y="0"/>
                  </a:lnTo>
                  <a:lnTo>
                    <a:pt x="1207512" y="950372"/>
                  </a:lnTo>
                  <a:lnTo>
                    <a:pt x="0" y="950372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207512" cy="978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8700" y="1028700"/>
            <a:ext cx="8041909" cy="3621938"/>
            <a:chOff x="0" y="0"/>
            <a:chExt cx="8459470" cy="381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459470" cy="3808730"/>
            </a:xfrm>
            <a:custGeom>
              <a:avLst/>
              <a:gdLst/>
              <a:ahLst/>
              <a:cxnLst/>
              <a:rect l="l" t="t" r="r" b="b"/>
              <a:pathLst>
                <a:path w="8459470" h="380873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4"/>
              <a:stretch>
                <a:fillRect t="-23989" b="-23989"/>
              </a:stretch>
            </a:blipFill>
          </p:spPr>
        </p:sp>
      </p:grpSp>
      <p:sp>
        <p:nvSpPr>
          <p:cNvPr id="16" name="Freeform 16"/>
          <p:cNvSpPr/>
          <p:nvPr/>
        </p:nvSpPr>
        <p:spPr>
          <a:xfrm>
            <a:off x="1889945" y="6290232"/>
            <a:ext cx="4955567" cy="2539950"/>
          </a:xfrm>
          <a:custGeom>
            <a:avLst/>
            <a:gdLst/>
            <a:ahLst/>
            <a:cxnLst/>
            <a:rect l="l" t="t" r="r" b="b"/>
            <a:pathLst>
              <a:path w="4955567" h="2539950">
                <a:moveTo>
                  <a:pt x="0" y="0"/>
                </a:moveTo>
                <a:lnTo>
                  <a:pt x="4955567" y="0"/>
                </a:lnTo>
                <a:lnTo>
                  <a:pt x="4955567" y="2539950"/>
                </a:lnTo>
                <a:lnTo>
                  <a:pt x="0" y="2539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625628" y="1242218"/>
            <a:ext cx="8279327" cy="1076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8"/>
              </a:lnSpc>
            </a:pPr>
            <a:r>
              <a:rPr lang="en-US" sz="8409" spc="-336">
                <a:solidFill>
                  <a:srgbClr val="8AB2A6"/>
                </a:solidFill>
                <a:latin typeface="Anton"/>
                <a:ea typeface="Anton"/>
                <a:cs typeface="Anton"/>
                <a:sym typeface="Anton"/>
              </a:rPr>
              <a:t>SUDENT REGISTRATION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72241" y="5662561"/>
            <a:ext cx="7315100" cy="628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spc="-82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STUDENT CAN BE REGISTERD DIRETLY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43541" y="5944112"/>
            <a:ext cx="2977205" cy="3842103"/>
            <a:chOff x="0" y="0"/>
            <a:chExt cx="784120" cy="101191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4120" cy="1011912"/>
            </a:xfrm>
            <a:custGeom>
              <a:avLst/>
              <a:gdLst/>
              <a:ahLst/>
              <a:cxnLst/>
              <a:rect l="l" t="t" r="r" b="b"/>
              <a:pathLst>
                <a:path w="784120" h="1011912">
                  <a:moveTo>
                    <a:pt x="0" y="0"/>
                  </a:moveTo>
                  <a:lnTo>
                    <a:pt x="784120" y="0"/>
                  </a:lnTo>
                  <a:lnTo>
                    <a:pt x="784120" y="1011912"/>
                  </a:lnTo>
                  <a:lnTo>
                    <a:pt x="0" y="1011912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784120" cy="1040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020865" y="5678588"/>
            <a:ext cx="9149252" cy="4107626"/>
            <a:chOff x="0" y="0"/>
            <a:chExt cx="1520245" cy="6825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20245" cy="682525"/>
            </a:xfrm>
            <a:custGeom>
              <a:avLst/>
              <a:gdLst/>
              <a:ahLst/>
              <a:cxnLst/>
              <a:rect l="l" t="t" r="r" b="b"/>
              <a:pathLst>
                <a:path w="1520245" h="682525">
                  <a:moveTo>
                    <a:pt x="1520245" y="43155"/>
                  </a:moveTo>
                  <a:lnTo>
                    <a:pt x="1520245" y="639370"/>
                  </a:lnTo>
                  <a:cubicBezTo>
                    <a:pt x="1520245" y="663204"/>
                    <a:pt x="1500924" y="682525"/>
                    <a:pt x="1477090" y="682525"/>
                  </a:cubicBezTo>
                  <a:lnTo>
                    <a:pt x="43155" y="682525"/>
                  </a:lnTo>
                  <a:cubicBezTo>
                    <a:pt x="19321" y="682525"/>
                    <a:pt x="0" y="663204"/>
                    <a:pt x="0" y="639370"/>
                  </a:cubicBezTo>
                  <a:lnTo>
                    <a:pt x="0" y="43155"/>
                  </a:lnTo>
                  <a:cubicBezTo>
                    <a:pt x="0" y="19321"/>
                    <a:pt x="19321" y="0"/>
                    <a:pt x="43155" y="0"/>
                  </a:cubicBezTo>
                  <a:lnTo>
                    <a:pt x="1477090" y="0"/>
                  </a:lnTo>
                  <a:cubicBezTo>
                    <a:pt x="1500924" y="0"/>
                    <a:pt x="1520245" y="19321"/>
                    <a:pt x="1520245" y="43155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1520245" cy="682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843342" y="272697"/>
            <a:ext cx="8115300" cy="4870803"/>
            <a:chOff x="0" y="0"/>
            <a:chExt cx="6350000" cy="38112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3811270"/>
            </a:xfrm>
            <a:custGeom>
              <a:avLst/>
              <a:gdLst/>
              <a:ahLst/>
              <a:cxnLst/>
              <a:rect l="l" t="t" r="r" b="b"/>
              <a:pathLst>
                <a:path w="6350000" h="381127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3"/>
              <a:stretch>
                <a:fillRect t="-5502" b="-550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2627318" y="1774977"/>
            <a:ext cx="6516682" cy="1454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57"/>
              </a:lnSpc>
            </a:pPr>
            <a:r>
              <a:rPr lang="en-US" sz="11323" spc="-452">
                <a:solidFill>
                  <a:srgbClr val="8AB2A6"/>
                </a:solidFill>
                <a:latin typeface="Anton"/>
                <a:ea typeface="Anton"/>
                <a:cs typeface="Anton"/>
                <a:sym typeface="Anton"/>
              </a:rPr>
              <a:t>ADVANTAGES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68716" y="5967736"/>
            <a:ext cx="9149252" cy="346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3" lvl="1" indent="-302256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Simple &amp; Beginner-Friendly</a:t>
            </a:r>
          </a:p>
          <a:p>
            <a:pPr marL="604513" lvl="1" indent="-302256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Efficient Memory Usage</a:t>
            </a:r>
          </a:p>
          <a:p>
            <a:pPr marL="604513" lvl="1" indent="-302256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Fast Execution</a:t>
            </a:r>
          </a:p>
          <a:p>
            <a:pPr marL="604513" lvl="1" indent="-302256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Data Persistence (Within Session)</a:t>
            </a:r>
          </a:p>
          <a:p>
            <a:pPr marL="604513" lvl="1" indent="-302256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User-Friendly Interface</a:t>
            </a:r>
          </a:p>
          <a:p>
            <a:pPr marL="604513" lvl="1" indent="-302256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Security Features</a:t>
            </a:r>
          </a:p>
          <a:p>
            <a:pPr marL="604513" lvl="1" indent="-302256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Scalable Structure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670322" y="2785346"/>
            <a:ext cx="3184656" cy="1911431"/>
            <a:chOff x="0" y="0"/>
            <a:chExt cx="6350000" cy="38112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3811270"/>
            </a:xfrm>
            <a:custGeom>
              <a:avLst/>
              <a:gdLst/>
              <a:ahLst/>
              <a:cxnLst/>
              <a:rect l="l" t="t" r="r" b="b"/>
              <a:pathLst>
                <a:path w="6350000" h="3811270">
                  <a:moveTo>
                    <a:pt x="1648460" y="0"/>
                  </a:moveTo>
                  <a:lnTo>
                    <a:pt x="5812790" y="0"/>
                  </a:lnTo>
                  <a:cubicBezTo>
                    <a:pt x="6109970" y="0"/>
                    <a:pt x="6350000" y="240030"/>
                    <a:pt x="6350000" y="537210"/>
                  </a:cubicBezTo>
                  <a:lnTo>
                    <a:pt x="6350000" y="2466340"/>
                  </a:lnTo>
                  <a:cubicBezTo>
                    <a:pt x="6350000" y="2763520"/>
                    <a:pt x="6109970" y="3003550"/>
                    <a:pt x="5812790" y="3003550"/>
                  </a:cubicBezTo>
                  <a:lnTo>
                    <a:pt x="4751070" y="3003550"/>
                  </a:lnTo>
                  <a:cubicBezTo>
                    <a:pt x="4587240" y="3003550"/>
                    <a:pt x="4431030" y="3078480"/>
                    <a:pt x="4329430" y="3208020"/>
                  </a:cubicBezTo>
                  <a:lnTo>
                    <a:pt x="4013200" y="3606800"/>
                  </a:lnTo>
                  <a:cubicBezTo>
                    <a:pt x="3911600" y="3735070"/>
                    <a:pt x="3756660" y="3811270"/>
                    <a:pt x="3591560" y="3811270"/>
                  </a:cubicBezTo>
                  <a:lnTo>
                    <a:pt x="537210" y="3811270"/>
                  </a:lnTo>
                  <a:cubicBezTo>
                    <a:pt x="240030" y="3811270"/>
                    <a:pt x="0" y="3571240"/>
                    <a:pt x="0" y="3274060"/>
                  </a:cubicBezTo>
                  <a:lnTo>
                    <a:pt x="0" y="1375410"/>
                  </a:lnTo>
                  <a:cubicBezTo>
                    <a:pt x="0" y="1206500"/>
                    <a:pt x="78740" y="1047750"/>
                    <a:pt x="213360" y="946150"/>
                  </a:cubicBezTo>
                  <a:lnTo>
                    <a:pt x="1324610" y="107950"/>
                  </a:lnTo>
                  <a:cubicBezTo>
                    <a:pt x="1417320" y="38100"/>
                    <a:pt x="1531620" y="0"/>
                    <a:pt x="1648460" y="0"/>
                  </a:cubicBezTo>
                  <a:close/>
                </a:path>
              </a:pathLst>
            </a:custGeom>
            <a:blipFill>
              <a:blip r:embed="rId3"/>
              <a:stretch>
                <a:fillRect t="-5606" b="-5606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9565828" y="4794433"/>
            <a:ext cx="8115300" cy="4942337"/>
            <a:chOff x="0" y="0"/>
            <a:chExt cx="1348443" cy="8212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48443" cy="821221"/>
            </a:xfrm>
            <a:custGeom>
              <a:avLst/>
              <a:gdLst/>
              <a:ahLst/>
              <a:cxnLst/>
              <a:rect l="l" t="t" r="r" b="b"/>
              <a:pathLst>
                <a:path w="1348443" h="821221">
                  <a:moveTo>
                    <a:pt x="1348443" y="48654"/>
                  </a:moveTo>
                  <a:lnTo>
                    <a:pt x="1348443" y="772567"/>
                  </a:lnTo>
                  <a:cubicBezTo>
                    <a:pt x="1348443" y="799438"/>
                    <a:pt x="1326660" y="821221"/>
                    <a:pt x="1299790" y="821221"/>
                  </a:cubicBezTo>
                  <a:lnTo>
                    <a:pt x="48654" y="821221"/>
                  </a:lnTo>
                  <a:cubicBezTo>
                    <a:pt x="21783" y="821221"/>
                    <a:pt x="0" y="799438"/>
                    <a:pt x="0" y="772567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lnTo>
                    <a:pt x="1299790" y="0"/>
                  </a:lnTo>
                  <a:cubicBezTo>
                    <a:pt x="1326660" y="0"/>
                    <a:pt x="1348443" y="21783"/>
                    <a:pt x="1348443" y="48654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348443" cy="821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0" y="5475013"/>
            <a:ext cx="2894909" cy="4811987"/>
            <a:chOff x="0" y="0"/>
            <a:chExt cx="762445" cy="12673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2445" cy="1267355"/>
            </a:xfrm>
            <a:custGeom>
              <a:avLst/>
              <a:gdLst/>
              <a:ahLst/>
              <a:cxnLst/>
              <a:rect l="l" t="t" r="r" b="b"/>
              <a:pathLst>
                <a:path w="762445" h="1267355">
                  <a:moveTo>
                    <a:pt x="0" y="0"/>
                  </a:moveTo>
                  <a:lnTo>
                    <a:pt x="762445" y="0"/>
                  </a:lnTo>
                  <a:lnTo>
                    <a:pt x="762445" y="1267355"/>
                  </a:lnTo>
                  <a:lnTo>
                    <a:pt x="0" y="1267355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762445" cy="12959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5474162"/>
            <a:ext cx="7100676" cy="6419011"/>
            <a:chOff x="0" y="0"/>
            <a:chExt cx="6350000" cy="5740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1270" cy="5741670"/>
            </a:xfrm>
            <a:custGeom>
              <a:avLst/>
              <a:gdLst/>
              <a:ahLst/>
              <a:cxnLst/>
              <a:rect l="l" t="t" r="r" b="b"/>
              <a:pathLst>
                <a:path w="6351270" h="5741670">
                  <a:moveTo>
                    <a:pt x="0" y="542290"/>
                  </a:moveTo>
                  <a:lnTo>
                    <a:pt x="0" y="2392680"/>
                  </a:lnTo>
                  <a:cubicBezTo>
                    <a:pt x="0" y="2691130"/>
                    <a:pt x="242570" y="2933700"/>
                    <a:pt x="542290" y="2933700"/>
                  </a:cubicBezTo>
                  <a:lnTo>
                    <a:pt x="1148080" y="2933700"/>
                  </a:lnTo>
                  <a:cubicBezTo>
                    <a:pt x="1447800" y="2933700"/>
                    <a:pt x="1690370" y="3176270"/>
                    <a:pt x="1690370" y="3475990"/>
                  </a:cubicBezTo>
                  <a:lnTo>
                    <a:pt x="1690370" y="5199380"/>
                  </a:lnTo>
                  <a:cubicBezTo>
                    <a:pt x="1690370" y="5499100"/>
                    <a:pt x="1932940" y="5741670"/>
                    <a:pt x="2232660" y="5741670"/>
                  </a:cubicBezTo>
                  <a:lnTo>
                    <a:pt x="3599180" y="5741670"/>
                  </a:lnTo>
                  <a:cubicBezTo>
                    <a:pt x="3735070" y="5741670"/>
                    <a:pt x="3867150" y="5689600"/>
                    <a:pt x="3967480" y="5598160"/>
                  </a:cubicBezTo>
                  <a:lnTo>
                    <a:pt x="6177280" y="3553460"/>
                  </a:lnTo>
                  <a:cubicBezTo>
                    <a:pt x="6287770" y="3450590"/>
                    <a:pt x="6351270" y="3307080"/>
                    <a:pt x="6351270" y="3155950"/>
                  </a:cubicBezTo>
                  <a:lnTo>
                    <a:pt x="6351270" y="542290"/>
                  </a:lnTo>
                  <a:cubicBezTo>
                    <a:pt x="6350000" y="242570"/>
                    <a:pt x="6107430" y="0"/>
                    <a:pt x="5807710" y="0"/>
                  </a:cubicBezTo>
                  <a:lnTo>
                    <a:pt x="542290" y="0"/>
                  </a:lnTo>
                  <a:cubicBezTo>
                    <a:pt x="242570" y="0"/>
                    <a:pt x="0" y="242570"/>
                    <a:pt x="0" y="542290"/>
                  </a:cubicBezTo>
                  <a:close/>
                </a:path>
              </a:pathLst>
            </a:custGeom>
            <a:blipFill>
              <a:blip r:embed="rId4"/>
              <a:stretch>
                <a:fillRect l="-17843" r="-17843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943936" y="1084057"/>
            <a:ext cx="8009564" cy="2654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67"/>
              </a:lnSpc>
            </a:pPr>
            <a:r>
              <a:rPr lang="en-US" sz="10702" spc="-428">
                <a:solidFill>
                  <a:srgbClr val="8AB2A6"/>
                </a:solidFill>
                <a:latin typeface="Anton"/>
                <a:ea typeface="Anton"/>
                <a:cs typeface="Anton"/>
                <a:sym typeface="Anton"/>
              </a:rPr>
              <a:t>FUTURE ADVANCEMENTS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79910" y="850643"/>
            <a:ext cx="7087136" cy="125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62"/>
              </a:lnSpc>
            </a:pPr>
            <a:r>
              <a:rPr lang="en-US" sz="4135" spc="-82" dirty="0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WE CAN ADD ALOT OF FUNCTIONS ACCORDING TO REQUIREMENT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70264" y="5826463"/>
            <a:ext cx="6506427" cy="284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30"/>
              </a:lnSpc>
              <a:spcBef>
                <a:spcPct val="0"/>
              </a:spcBef>
            </a:pPr>
            <a:r>
              <a:rPr lang="en-US" sz="202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Add File Storage - Save data to text/binary files</a:t>
            </a:r>
          </a:p>
          <a:p>
            <a:pPr algn="ctr">
              <a:lnSpc>
                <a:spcPts val="2830"/>
              </a:lnSpc>
              <a:spcBef>
                <a:spcPct val="0"/>
              </a:spcBef>
            </a:pPr>
            <a:r>
              <a:rPr lang="en-US" sz="202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Use Structures/Classes - Better data organization</a:t>
            </a:r>
          </a:p>
          <a:p>
            <a:pPr algn="ctr">
              <a:lnSpc>
                <a:spcPts val="2830"/>
              </a:lnSpc>
              <a:spcBef>
                <a:spcPct val="0"/>
              </a:spcBef>
            </a:pPr>
            <a:r>
              <a:rPr lang="en-US" sz="202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Implement Input Validation - Prevent crashes</a:t>
            </a:r>
          </a:p>
          <a:p>
            <a:pPr algn="ctr">
              <a:lnSpc>
                <a:spcPts val="2830"/>
              </a:lnSpc>
              <a:spcBef>
                <a:spcPct val="0"/>
              </a:spcBef>
            </a:pPr>
            <a:r>
              <a:rPr lang="en-US" sz="202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Add Multiple Teachers - Teacher management system</a:t>
            </a:r>
          </a:p>
          <a:p>
            <a:pPr algn="ctr">
              <a:lnSpc>
                <a:spcPts val="2830"/>
              </a:lnSpc>
              <a:spcBef>
                <a:spcPct val="0"/>
              </a:spcBef>
            </a:pPr>
            <a:r>
              <a:rPr lang="en-US" sz="202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Include Search Features - By name, roll number, etc.</a:t>
            </a:r>
          </a:p>
          <a:p>
            <a:pPr algn="ctr">
              <a:lnSpc>
                <a:spcPts val="2830"/>
              </a:lnSpc>
              <a:spcBef>
                <a:spcPct val="0"/>
              </a:spcBef>
            </a:pPr>
            <a:r>
              <a:rPr lang="en-US" sz="202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Add Data Export - Generate reports</a:t>
            </a:r>
          </a:p>
          <a:p>
            <a:pPr algn="ctr">
              <a:lnSpc>
                <a:spcPts val="2830"/>
              </a:lnSpc>
              <a:spcBef>
                <a:spcPct val="0"/>
              </a:spcBef>
            </a:pPr>
            <a:r>
              <a:rPr lang="en-US" sz="202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Implement Password Hashing - Basic security</a:t>
            </a:r>
          </a:p>
          <a:p>
            <a:pPr algn="ctr">
              <a:lnSpc>
                <a:spcPts val="2830"/>
              </a:lnSpc>
              <a:spcBef>
                <a:spcPct val="0"/>
              </a:spcBef>
            </a:pPr>
            <a:r>
              <a:rPr lang="en-US" sz="2022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Create Backup System - Prevent data loss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3146795"/>
            <a:chOff x="0" y="0"/>
            <a:chExt cx="2696887" cy="52287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696887" cy="522873"/>
            </a:xfrm>
            <a:custGeom>
              <a:avLst/>
              <a:gdLst/>
              <a:ahLst/>
              <a:cxnLst/>
              <a:rect l="l" t="t" r="r" b="b"/>
              <a:pathLst>
                <a:path w="2696887" h="522873">
                  <a:moveTo>
                    <a:pt x="2696887" y="24327"/>
                  </a:moveTo>
                  <a:lnTo>
                    <a:pt x="2696887" y="498546"/>
                  </a:lnTo>
                  <a:cubicBezTo>
                    <a:pt x="2696887" y="511981"/>
                    <a:pt x="2685995" y="522873"/>
                    <a:pt x="2672560" y="522873"/>
                  </a:cubicBezTo>
                  <a:lnTo>
                    <a:pt x="24327" y="522873"/>
                  </a:lnTo>
                  <a:cubicBezTo>
                    <a:pt x="10891" y="522873"/>
                    <a:pt x="0" y="511981"/>
                    <a:pt x="0" y="49854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lnTo>
                    <a:pt x="2672560" y="0"/>
                  </a:lnTo>
                  <a:cubicBezTo>
                    <a:pt x="2685995" y="0"/>
                    <a:pt x="2696887" y="10891"/>
                    <a:pt x="2696887" y="24327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8AB2A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696887" cy="522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523340"/>
            <a:ext cx="2556436" cy="2157516"/>
            <a:chOff x="0" y="0"/>
            <a:chExt cx="673300" cy="56823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73300" cy="568235"/>
            </a:xfrm>
            <a:custGeom>
              <a:avLst/>
              <a:gdLst/>
              <a:ahLst/>
              <a:cxnLst/>
              <a:rect l="l" t="t" r="r" b="b"/>
              <a:pathLst>
                <a:path w="673300" h="568235">
                  <a:moveTo>
                    <a:pt x="0" y="0"/>
                  </a:moveTo>
                  <a:lnTo>
                    <a:pt x="673300" y="0"/>
                  </a:lnTo>
                  <a:lnTo>
                    <a:pt x="673300" y="568235"/>
                  </a:lnTo>
                  <a:lnTo>
                    <a:pt x="0" y="568235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673300" cy="596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221732" y="1739157"/>
            <a:ext cx="11850772" cy="2140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870"/>
              </a:lnSpc>
            </a:pPr>
            <a:r>
              <a:rPr lang="en-US" sz="16706" spc="-668">
                <a:solidFill>
                  <a:srgbClr val="8AB2A6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grpSp>
        <p:nvGrpSpPr>
          <p:cNvPr id="10" name="Group 10"/>
          <p:cNvGrpSpPr/>
          <p:nvPr/>
        </p:nvGrpSpPr>
        <p:grpSpPr>
          <a:xfrm rot="-10800000">
            <a:off x="14675165" y="1523340"/>
            <a:ext cx="2556436" cy="2157516"/>
            <a:chOff x="0" y="0"/>
            <a:chExt cx="673300" cy="5682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3300" cy="568235"/>
            </a:xfrm>
            <a:custGeom>
              <a:avLst/>
              <a:gdLst/>
              <a:ahLst/>
              <a:cxnLst/>
              <a:rect l="l" t="t" r="r" b="b"/>
              <a:pathLst>
                <a:path w="673300" h="568235">
                  <a:moveTo>
                    <a:pt x="0" y="0"/>
                  </a:moveTo>
                  <a:lnTo>
                    <a:pt x="673300" y="0"/>
                  </a:lnTo>
                  <a:lnTo>
                    <a:pt x="673300" y="568235"/>
                  </a:lnTo>
                  <a:lnTo>
                    <a:pt x="0" y="568235"/>
                  </a:lnTo>
                  <a:close/>
                </a:path>
              </a:pathLst>
            </a:custGeom>
            <a:gradFill rotWithShape="1">
              <a:gsLst>
                <a:gs pos="0">
                  <a:srgbClr val="3E9D81">
                    <a:alpha val="100000"/>
                  </a:srgbClr>
                </a:gs>
                <a:gs pos="100000">
                  <a:srgbClr val="3E9D81">
                    <a:alpha val="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673300" cy="596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6559" y="5038742"/>
            <a:ext cx="8868150" cy="3994063"/>
            <a:chOff x="0" y="0"/>
            <a:chExt cx="8459470" cy="381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459470" cy="3808730"/>
            </a:xfrm>
            <a:custGeom>
              <a:avLst/>
              <a:gdLst/>
              <a:ahLst/>
              <a:cxnLst/>
              <a:rect l="l" t="t" r="r" b="b"/>
              <a:pathLst>
                <a:path w="8459470" h="3808730">
                  <a:moveTo>
                    <a:pt x="458470" y="0"/>
                  </a:moveTo>
                  <a:lnTo>
                    <a:pt x="8001000" y="0"/>
                  </a:lnTo>
                  <a:cubicBezTo>
                    <a:pt x="8255000" y="0"/>
                    <a:pt x="8459470" y="205740"/>
                    <a:pt x="8459470" y="458470"/>
                  </a:cubicBezTo>
                  <a:lnTo>
                    <a:pt x="8459470" y="2320290"/>
                  </a:lnTo>
                  <a:cubicBezTo>
                    <a:pt x="8459470" y="2451100"/>
                    <a:pt x="8403590" y="2576830"/>
                    <a:pt x="8304530" y="2663190"/>
                  </a:cubicBezTo>
                  <a:lnTo>
                    <a:pt x="7141210" y="3693160"/>
                  </a:lnTo>
                  <a:cubicBezTo>
                    <a:pt x="7057390" y="3768090"/>
                    <a:pt x="6949440" y="3808730"/>
                    <a:pt x="6836410" y="3808730"/>
                  </a:cubicBezTo>
                  <a:lnTo>
                    <a:pt x="3760470" y="3808730"/>
                  </a:lnTo>
                  <a:cubicBezTo>
                    <a:pt x="3506470" y="3808730"/>
                    <a:pt x="3302000" y="3602990"/>
                    <a:pt x="3302000" y="3350260"/>
                  </a:cubicBezTo>
                  <a:lnTo>
                    <a:pt x="3302000" y="3227070"/>
                  </a:lnTo>
                  <a:cubicBezTo>
                    <a:pt x="3302000" y="2973070"/>
                    <a:pt x="3096260" y="2768600"/>
                    <a:pt x="2843530" y="2768600"/>
                  </a:cubicBezTo>
                  <a:lnTo>
                    <a:pt x="458470" y="2768600"/>
                  </a:lnTo>
                  <a:cubicBezTo>
                    <a:pt x="205740" y="2768600"/>
                    <a:pt x="0" y="2562860"/>
                    <a:pt x="0" y="2310130"/>
                  </a:cubicBezTo>
                  <a:lnTo>
                    <a:pt x="0" y="458470"/>
                  </a:lnTo>
                  <a:cubicBezTo>
                    <a:pt x="0" y="205740"/>
                    <a:pt x="205740" y="0"/>
                    <a:pt x="458470" y="0"/>
                  </a:cubicBezTo>
                  <a:close/>
                </a:path>
              </a:pathLst>
            </a:custGeom>
            <a:blipFill>
              <a:blip r:embed="rId3"/>
              <a:stretch>
                <a:fillRect t="-5079" b="-4317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0404356" y="7035773"/>
            <a:ext cx="7525965" cy="1834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3078" spc="-61">
                <a:gradFill>
                  <a:gsLst>
                    <a:gs pos="15000">
                      <a:srgbClr val="1EBDA5">
                        <a:alpha val="100000"/>
                      </a:srgbClr>
                    </a:gs>
                    <a:gs pos="50000">
                      <a:srgbClr val="E26A00">
                        <a:alpha val="100000"/>
                      </a:srgbClr>
                    </a:gs>
                    <a:gs pos="85000">
                      <a:srgbClr val="FFE046">
                        <a:alpha val="100000"/>
                      </a:srgbClr>
                    </a:gs>
                  </a:gsLst>
                  <a:lin ang="18900000"/>
                </a:gradFill>
                <a:latin typeface="Open Sauce"/>
                <a:ea typeface="Open Sauce"/>
                <a:cs typeface="Open Sauce"/>
                <a:sym typeface="Open Sauce"/>
              </a:rPr>
              <a:t>Ayat Maryam L1F25BSSC0098</a:t>
            </a:r>
          </a:p>
          <a:p>
            <a:pPr algn="l">
              <a:lnSpc>
                <a:spcPts val="3694"/>
              </a:lnSpc>
            </a:pPr>
            <a:r>
              <a:rPr lang="en-US" sz="3078" spc="-61">
                <a:gradFill>
                  <a:gsLst>
                    <a:gs pos="15000">
                      <a:srgbClr val="1EBDA5">
                        <a:alpha val="100000"/>
                      </a:srgbClr>
                    </a:gs>
                    <a:gs pos="50000">
                      <a:srgbClr val="E26A00">
                        <a:alpha val="100000"/>
                      </a:srgbClr>
                    </a:gs>
                    <a:gs pos="85000">
                      <a:srgbClr val="FFE046">
                        <a:alpha val="100000"/>
                      </a:srgbClr>
                    </a:gs>
                  </a:gsLst>
                  <a:lin ang="18900000"/>
                </a:gradFill>
                <a:latin typeface="Open Sauce"/>
                <a:ea typeface="Open Sauce"/>
                <a:cs typeface="Open Sauce"/>
                <a:sym typeface="Open Sauce"/>
              </a:rPr>
              <a:t>Awais Zafar L1F25BSSC0021</a:t>
            </a:r>
          </a:p>
          <a:p>
            <a:pPr algn="l">
              <a:lnSpc>
                <a:spcPts val="3694"/>
              </a:lnSpc>
            </a:pPr>
            <a:r>
              <a:rPr lang="en-US" sz="3078" spc="-61">
                <a:gradFill>
                  <a:gsLst>
                    <a:gs pos="15000">
                      <a:srgbClr val="1EBDA5">
                        <a:alpha val="100000"/>
                      </a:srgbClr>
                    </a:gs>
                    <a:gs pos="50000">
                      <a:srgbClr val="E26A00">
                        <a:alpha val="100000"/>
                      </a:srgbClr>
                    </a:gs>
                    <a:gs pos="85000">
                      <a:srgbClr val="FFE046">
                        <a:alpha val="100000"/>
                      </a:srgbClr>
                    </a:gs>
                  </a:gsLst>
                  <a:lin ang="18900000"/>
                </a:gradFill>
                <a:latin typeface="Open Sauce"/>
                <a:ea typeface="Open Sauce"/>
                <a:cs typeface="Open Sauce"/>
                <a:sym typeface="Open Sauce"/>
              </a:rPr>
              <a:t>Abdul Rehman Chishti L1F25BSSC0004</a:t>
            </a:r>
          </a:p>
          <a:p>
            <a:pPr algn="l">
              <a:lnSpc>
                <a:spcPts val="3694"/>
              </a:lnSpc>
            </a:pPr>
            <a:r>
              <a:rPr lang="en-US" sz="3078" spc="-61">
                <a:gradFill>
                  <a:gsLst>
                    <a:gs pos="15000">
                      <a:srgbClr val="1EBDA5">
                        <a:alpha val="100000"/>
                      </a:srgbClr>
                    </a:gs>
                    <a:gs pos="50000">
                      <a:srgbClr val="E26A00">
                        <a:alpha val="100000"/>
                      </a:srgbClr>
                    </a:gs>
                    <a:gs pos="85000">
                      <a:srgbClr val="FFE046">
                        <a:alpha val="100000"/>
                      </a:srgbClr>
                    </a:gs>
                  </a:gsLst>
                  <a:lin ang="18900000"/>
                </a:gradFill>
                <a:latin typeface="Open Sauce"/>
                <a:ea typeface="Open Sauce"/>
                <a:cs typeface="Open Sauce"/>
                <a:sym typeface="Open Sauce"/>
              </a:rPr>
              <a:t>Sharjeel Ahmad L1F25BSSC0016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46140" y="6010381"/>
            <a:ext cx="7029002" cy="722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3"/>
              </a:lnSpc>
            </a:pPr>
            <a:r>
              <a:rPr lang="en-US" sz="4252" spc="-85">
                <a:solidFill>
                  <a:srgbClr val="FF3131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Our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Custom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Open Sauce</vt:lpstr>
      <vt:lpstr>Open Sauce Bold</vt:lpstr>
      <vt:lpstr>Times New Roman MT</vt:lpstr>
      <vt:lpstr>Anton Italics</vt:lpstr>
      <vt:lpstr>Calibri</vt:lpstr>
      <vt:lpstr>Anton</vt:lpstr>
      <vt:lpstr>Open Sauce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Teal Modern Web Developer Presentation</dc:title>
  <cp:lastModifiedBy>Abdul Rehman Chishti</cp:lastModifiedBy>
  <cp:revision>3</cp:revision>
  <dcterms:created xsi:type="dcterms:W3CDTF">2006-08-16T00:00:00Z</dcterms:created>
  <dcterms:modified xsi:type="dcterms:W3CDTF">2026-01-07T12:39:43Z</dcterms:modified>
  <dc:identifier>DAG9pnXrHL8</dc:identifier>
</cp:coreProperties>
</file>